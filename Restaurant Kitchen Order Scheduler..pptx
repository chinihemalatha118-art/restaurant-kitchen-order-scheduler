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us Jakarta Sans"/>
      <p:bold r:id="rId9"/>
    </p:embeddedFont>
    <p:embeddedFont>
      <p:font typeface="Space Grotesk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17408-F140-4EA0-B487-76D6DD1DC2F4}" v="3" dt="2026-10-03T06:18:50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05500"/>
            <a:ext cx="10972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53625" y="619125"/>
            <a:ext cx="162877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278510"/>
            <a:ext cx="2733675" cy="6096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95675" y="4278510"/>
            <a:ext cx="2495550" cy="6096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150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219" y="1828800"/>
            <a:ext cx="4206180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685800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06025" y="676275"/>
            <a:ext cx="1419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Algorithmic Logistics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05525"/>
            <a:ext cx="3048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Domain: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 Smart Culinary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2625" y="6105525"/>
            <a:ext cx="2512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Team: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 Algorithmic Innovators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638175"/>
            <a:ext cx="367903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500" b="1" i="0" u="none" dirty="0">
                <a:solidFill>
                  <a:srgbClr val="F97316"/>
                </a:solidFill>
                <a:latin typeface="Space Grotesk"/>
              </a:rPr>
              <a:t>DAA HACKATHON • PROBLEM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198489"/>
            <a:ext cx="6724903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Restaurant Kitchen Order 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440310"/>
            <a:ext cx="640466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Real-time dynamic order sequencing using Priority Queues, Greedy Optimization, and Job Sequencing algorithms.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392810"/>
            <a:ext cx="2940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CORE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573785"/>
            <a:ext cx="2940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Minimize Delays &amp; SLA Breaches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6175" y="4392810"/>
            <a:ext cx="2643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KEY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6175" y="4573785"/>
            <a:ext cx="2643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Visible Algorithmic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43575"/>
            <a:ext cx="109728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47887"/>
            <a:ext cx="35052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147887"/>
            <a:ext cx="35052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147887"/>
            <a:ext cx="35052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526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4526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45268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58603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7" y="2586037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537" y="2586037"/>
            <a:ext cx="2381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01. PROBLEM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The Kitchen Bottleneck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934075"/>
            <a:ext cx="7453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Core Goal: Replace naive FCFS with explainable, deadline-aware job sequencing.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7450" y="5948362"/>
            <a:ext cx="1547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ZERO MISSED SLAS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0387"/>
            <a:ext cx="3800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Cascading Order Delays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813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Standard FCFS queues cause cold food and missed delivery deadlines during peak surges.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100387"/>
            <a:ext cx="3800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Opaque Decision Making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34813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Chefs lack real-time visibility into why specific orders are prioritized over others.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100387"/>
            <a:ext cx="3140392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Complex Multi-Factor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37480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Balancing item prep duration, customer urgency, and promised SLA simultaneously.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15000"/>
            <a:ext cx="10972800" cy="609600"/>
          </a:xfrm>
          <a:prstGeom prst="roundRect">
            <a:avLst>
              <a:gd name="adj" fmla="val 2187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28887"/>
            <a:ext cx="35052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528887"/>
            <a:ext cx="35052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528887"/>
            <a:ext cx="35052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05500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843212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284321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2843212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02. KEY DIFFERENTIATORS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Our Algorithmic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5919787"/>
            <a:ext cx="9096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Greedy heuristic guarantees maximum high-priority order throughput within operational constraints.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243262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Multi-Factor Priority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586162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Calculates priority dynamic weights using prep time, urgency grade, and SLA deadline.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243262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Feasible Slot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586162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Greedy job sequencing schedules jobs into latest available time slots before deadlines.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243262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Explainable Decision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586162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Exposes exact slot choices, trade-offs, and state history instead of black-box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19775"/>
            <a:ext cx="10972800" cy="504825"/>
          </a:xfrm>
          <a:prstGeom prst="roundRect">
            <a:avLst>
              <a:gd name="adj" fmla="val 22641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95587"/>
            <a:ext cx="2628900" cy="1447800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795587"/>
            <a:ext cx="26289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90900" y="2795587"/>
            <a:ext cx="2628900" cy="1447800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90900" y="2795587"/>
            <a:ext cx="26289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795587"/>
            <a:ext cx="2628900" cy="1447800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2795587"/>
            <a:ext cx="26289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53500" y="2795587"/>
            <a:ext cx="2628900" cy="1447800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53500" y="2795587"/>
            <a:ext cx="26289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6010275"/>
            <a:ext cx="1428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03. EXECUTION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End-to-End System 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5981700"/>
            <a:ext cx="11344275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65F46"/>
                </a:solidFill>
                <a:latin typeface="Plus Jakarta Sans"/>
              </a:rPr>
              <a:t>Input Stream → Dynamic Heap Priority → Feasible Slot Allocation → Optimized Kitchen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024187"/>
            <a:ext cx="23431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3024187"/>
            <a:ext cx="23431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3024187"/>
            <a:ext cx="23431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24187"/>
            <a:ext cx="23431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Step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376612"/>
            <a:ext cx="29503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Order 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671887"/>
            <a:ext cx="2343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Receives prep time, urgency level, and promised SLA.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400" y="3376612"/>
            <a:ext cx="29503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Priority Heap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400" y="3671887"/>
            <a:ext cx="2343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Extracts highest priority items dynamically via Max-Heap.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3376612"/>
            <a:ext cx="29503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Greedy Sequencer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3671887"/>
            <a:ext cx="2343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Maps tasks to latest available feasible time slots.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376612"/>
            <a:ext cx="29503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KDS Schedule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671887"/>
            <a:ext cx="2343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Renders live kitchen sequence with audit rationale.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05575" y="2357437"/>
            <a:ext cx="5076825" cy="2428875"/>
          </a:xfrm>
          <a:prstGeom prst="roundRect">
            <a:avLst>
              <a:gd name="adj" fmla="val 627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924550"/>
            <a:ext cx="5372100" cy="400050"/>
          </a:xfrm>
          <a:prstGeom prst="roundRect">
            <a:avLst>
              <a:gd name="adj" fmla="val 23809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5924550"/>
            <a:ext cx="5372100" cy="400050"/>
          </a:xfrm>
          <a:prstGeom prst="roundRect">
            <a:avLst>
              <a:gd name="adj" fmla="val 23809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476500"/>
            <a:ext cx="5553075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648075"/>
            <a:ext cx="5553075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476500"/>
            <a:ext cx="38100" cy="10191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648075"/>
            <a:ext cx="38100" cy="10191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72275" y="3062287"/>
            <a:ext cx="4543425" cy="409575"/>
          </a:xfrm>
          <a:prstGeom prst="roundRect">
            <a:avLst>
              <a:gd name="adj" fmla="val 23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72275" y="3586162"/>
            <a:ext cx="4543425" cy="409575"/>
          </a:xfrm>
          <a:prstGeom prst="roundRect">
            <a:avLst>
              <a:gd name="adj" fmla="val 23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72275" y="4110037"/>
            <a:ext cx="4543425" cy="409575"/>
          </a:xfrm>
          <a:prstGeom prst="roundRect">
            <a:avLst>
              <a:gd name="adj" fmla="val 23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675" y="3205162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675" y="3729037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675" y="4252912"/>
            <a:ext cx="14287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Plus Jakarta Sans"/>
              </a:rPr>
              <a:t>04. ALGORITHMIC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Technology Stack &amp;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6038850"/>
            <a:ext cx="5086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730A3"/>
                </a:solidFill>
                <a:latin typeface="Plus Jakarta Sans"/>
              </a:rPr>
              <a:t>Space Complexity: O(N) memory bound for sequence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038850"/>
            <a:ext cx="5086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730A3"/>
                </a:solidFill>
                <a:latin typeface="Plus Jakarta Sans"/>
              </a:rPr>
              <a:t>Decision Audit: Full state trajectory recorded per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2624137"/>
            <a:ext cx="5419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Suggested 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67000"/>
            <a:ext cx="67383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Priority Queue (Max-Heap)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943225"/>
            <a:ext cx="52292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Dynamic priority evaluation based on urgency score and time remaining. Time Complexity: </a:t>
            </a:r>
            <a:r>
              <a:rPr sz="1125" b="1" i="0" u="none">
                <a:solidFill>
                  <a:srgbClr val="0F172A"/>
                </a:solidFill>
                <a:latin typeface="Plus Jakarta Sans"/>
              </a:rPr>
              <a:t>O(log N)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per insertion/extraction.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838575"/>
            <a:ext cx="67383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Greedy Job Sequencing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114800"/>
            <a:ext cx="52292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Sorts jobs by priority and greedily assigns the latest free slot before deadline. Overall Time Complexity: </a:t>
            </a:r>
            <a:r>
              <a:rPr sz="1125" b="1" i="0" u="none">
                <a:solidFill>
                  <a:srgbClr val="0F172A"/>
                </a:solidFill>
                <a:latin typeface="Plus Jakarta Sans"/>
              </a:rPr>
              <a:t>O(N log N)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4675" y="3176587"/>
            <a:ext cx="11334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 Python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3575" y="3190875"/>
            <a:ext cx="2012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Algorithm Core &amp; Heuristics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4675" y="3700462"/>
            <a:ext cx="904875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Flask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925" y="3714750"/>
            <a:ext cx="184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REST API Endpoint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4675" y="4224337"/>
            <a:ext cx="942975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 React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8350" y="4238625"/>
            <a:ext cx="1881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Kitchen Display System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19775"/>
            <a:ext cx="10972800" cy="504825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5487"/>
            <a:ext cx="531495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95487"/>
            <a:ext cx="5314950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150" y="6015037"/>
            <a:ext cx="133350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05. RESULTS &amp;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Prototype Demo &amp; Performance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981700"/>
            <a:ext cx="6346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Real-Time Recalculation Speed: &lt; 5ms for 100 concurrent kitchen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3150" y="5986462"/>
            <a:ext cx="1726406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Benchmark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2271712"/>
            <a:ext cx="592455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EA580C"/>
                </a:solidFill>
                <a:latin typeface="Plus Jakarta Sans"/>
              </a:rP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7450" y="2957512"/>
            <a:ext cx="5924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Delay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3214687"/>
            <a:ext cx="5924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Average reduction in order delay time compared to standard FCFS.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7450" y="3652837"/>
            <a:ext cx="592455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50" y="4338637"/>
            <a:ext cx="5924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Explainable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7450" y="4595812"/>
            <a:ext cx="5924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Every prioritized order displays detailed reasoning and slot allocation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62362"/>
            <a:ext cx="10972800" cy="1247775"/>
          </a:xfrm>
          <a:prstGeom prst="roundRect">
            <a:avLst>
              <a:gd name="adj" fmla="val 1221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300287"/>
            <a:ext cx="3530649" cy="1095375"/>
          </a:xfrm>
          <a:prstGeom prst="roundRect">
            <a:avLst>
              <a:gd name="adj" fmla="val 1217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749" y="2300287"/>
            <a:ext cx="3530649" cy="1095375"/>
          </a:xfrm>
          <a:prstGeom prst="roundRect">
            <a:avLst>
              <a:gd name="adj" fmla="val 1217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899" y="2300287"/>
            <a:ext cx="3530649" cy="1095375"/>
          </a:xfrm>
          <a:prstGeom prst="roundRect">
            <a:avLst>
              <a:gd name="adj" fmla="val 1217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97316"/>
                </a:solidFill>
                <a:latin typeface="Plus Jakarta Sans"/>
              </a:rPr>
              <a:t>06.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Future Roadmap &amp;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395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PROBLEM 81 • Restaurant Kitchen Order 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4550" y="6153150"/>
            <a:ext cx="2309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97316"/>
                </a:solidFill>
                <a:latin typeface="Plus Jakarta Sans"/>
              </a:rPr>
              <a:t>DAA Hackathon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84546" y="3976687"/>
            <a:ext cx="1256109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84546" y="4395787"/>
            <a:ext cx="12561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Plus Jakarta Sans"/>
              </a:rPr>
              <a:t>Questions &amp; Algorithmic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528887"/>
            <a:ext cx="403390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97316"/>
                </a:solidFill>
                <a:latin typeface="Space Grotesk"/>
              </a:rPr>
              <a:t>Multi-Station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824162"/>
            <a:ext cx="31686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Parallel prep station optimization for grill, fry, and salad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349" y="2528887"/>
            <a:ext cx="403390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97316"/>
                </a:solidFill>
                <a:latin typeface="Space Grotesk"/>
              </a:rPr>
              <a:t>ML Prep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49" y="2824162"/>
            <a:ext cx="31686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Predictive prep duration based on chef load and historical kitchen telemetry.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99" y="2528887"/>
            <a:ext cx="3911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97316"/>
                </a:solidFill>
                <a:latin typeface="Space Grotesk"/>
              </a:rPr>
              <a:t>IoT Grill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499" y="2824162"/>
            <a:ext cx="31686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Automated step updates triggered by kitchen hardware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491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Space Grotesk</vt:lpstr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cv charan reddy</dc:creator>
  <cp:keywords/>
  <dc:description>generated using python-pptx</dc:description>
  <cp:lastModifiedBy>charan1505@outlook.com</cp:lastModifiedBy>
  <cp:revision>3</cp:revision>
  <dcterms:created xsi:type="dcterms:W3CDTF">2013-01-27T09:14:16Z</dcterms:created>
  <dcterms:modified xsi:type="dcterms:W3CDTF">2026-10-03T06:18:52Z</dcterms:modified>
  <cp:category/>
</cp:coreProperties>
</file>